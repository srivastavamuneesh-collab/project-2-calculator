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eesh Srivastava" userId="8e1130d19788ff42" providerId="LiveId" clId="{816A98E5-A3D5-4A52-89A6-3C62811B69B9}"/>
    <pc:docChg chg="undo custSel modSld">
      <pc:chgData name="Muneesh Srivastava" userId="8e1130d19788ff42" providerId="LiveId" clId="{816A98E5-A3D5-4A52-89A6-3C62811B69B9}" dt="2026-05-09T16:53:35.771" v="55" actId="14100"/>
      <pc:docMkLst>
        <pc:docMk/>
      </pc:docMkLst>
      <pc:sldChg chg="modSp mod">
        <pc:chgData name="Muneesh Srivastava" userId="8e1130d19788ff42" providerId="LiveId" clId="{816A98E5-A3D5-4A52-89A6-3C62811B69B9}" dt="2026-05-09T16:53:35.771" v="55" actId="14100"/>
        <pc:sldMkLst>
          <pc:docMk/>
          <pc:sldMk cId="0" sldId="256"/>
        </pc:sldMkLst>
        <pc:spChg chg="mod">
          <ac:chgData name="Muneesh Srivastava" userId="8e1130d19788ff42" providerId="LiveId" clId="{816A98E5-A3D5-4A52-89A6-3C62811B69B9}" dt="2026-05-09T16:53:35.771" v="55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Muneesh Srivastava" userId="8e1130d19788ff42" providerId="LiveId" clId="{816A98E5-A3D5-4A52-89A6-3C62811B69B9}" dt="2026-05-09T16:49:18.399" v="21" actId="6549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Muneesh Srivastava" userId="8e1130d19788ff42" providerId="LiveId" clId="{816A98E5-A3D5-4A52-89A6-3C62811B69B9}" dt="2026-05-09T16:52:50.923" v="51" actId="255"/>
        <pc:sldMkLst>
          <pc:docMk/>
          <pc:sldMk cId="0" sldId="269"/>
        </pc:sldMkLst>
        <pc:spChg chg="mod">
          <ac:chgData name="Muneesh Srivastava" userId="8e1130d19788ff42" providerId="LiveId" clId="{816A98E5-A3D5-4A52-89A6-3C62811B69B9}" dt="2026-05-09T16:52:50.923" v="51" actId="255"/>
          <ac:spMkLst>
            <pc:docMk/>
            <pc:sldMk cId="0" sldId="269"/>
            <ac:spMk id="2" creationId="{00000000-0000-0000-0000-000000000000}"/>
          </ac:spMkLst>
        </pc:spChg>
        <pc:spChg chg="mod">
          <ac:chgData name="Muneesh Srivastava" userId="8e1130d19788ff42" providerId="LiveId" clId="{816A98E5-A3D5-4A52-89A6-3C62811B69B9}" dt="2026-05-09T16:52:38.978" v="50" actId="20577"/>
          <ac:spMkLst>
            <pc:docMk/>
            <pc:sldMk cId="0" sldId="26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3504"/>
            <a:ext cx="7772400" cy="2368296"/>
          </a:xfrm>
        </p:spPr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Scientific Calculator using </a:t>
            </a:r>
            <a:r>
              <a:rPr dirty="0" err="1"/>
              <a:t>Tkinter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Project Presentation</a:t>
            </a:r>
          </a:p>
          <a:p>
            <a:r>
              <a:rPr dirty="0"/>
              <a:t>Submitted by: Muneesh Srivastava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GUI-based Scientific Calculator developed using Python</a:t>
            </a:r>
          </a:p>
          <a:p>
            <a:pPr>
              <a:defRPr sz="1800"/>
            </a:pPr>
            <a:r>
              <a:t>Performs basic and advanced mathematical operations</a:t>
            </a:r>
          </a:p>
          <a:p>
            <a:pPr>
              <a:defRPr sz="1800"/>
            </a:pPr>
            <a:r>
              <a:t>Designed using Tkinter graphical toolkit</a:t>
            </a:r>
          </a:p>
          <a:p>
            <a:pPr>
              <a:defRPr sz="1800"/>
            </a:pPr>
            <a:r>
              <a:t>User-friendly and interactive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Traditional calculators lack customization and GUI learning experience</a:t>
            </a:r>
          </a:p>
          <a:p>
            <a:pPr>
              <a:defRPr sz="1800"/>
            </a:pPr>
            <a:r>
              <a:t>Objective was to create a reusable scientific calculator application</a:t>
            </a:r>
          </a:p>
          <a:p>
            <a:pPr>
              <a:defRPr sz="1800"/>
            </a:pPr>
            <a:r>
              <a:t>Improve understanding of Python GUI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Develop a desktop GUI calculator</a:t>
            </a:r>
          </a:p>
          <a:p>
            <a:pPr>
              <a:defRPr sz="1800"/>
            </a:pPr>
            <a:r>
              <a:t>Implement scientific functions</a:t>
            </a:r>
          </a:p>
          <a:p>
            <a:pPr>
              <a:defRPr sz="1800"/>
            </a:pPr>
            <a:r>
              <a:t>Handle user input dynamically</a:t>
            </a:r>
          </a:p>
          <a:p>
            <a:pPr>
              <a:defRPr sz="1800"/>
            </a:pPr>
            <a:r>
              <a:t>Apply Python programming concepts in real-world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Python Programming Language</a:t>
            </a:r>
          </a:p>
          <a:p>
            <a:pPr>
              <a:defRPr sz="1800"/>
            </a:pPr>
            <a:r>
              <a:t>Tkinter Library for GUI</a:t>
            </a:r>
          </a:p>
          <a:p>
            <a:pPr>
              <a:defRPr sz="1800"/>
            </a:pPr>
            <a:r>
              <a:t>Math Module for Scientific Calculations</a:t>
            </a:r>
          </a:p>
          <a:p>
            <a:pPr>
              <a:defRPr sz="1800"/>
            </a:pPr>
            <a:r>
              <a:t>Visual Studio Code (IDE)</a:t>
            </a:r>
          </a:p>
          <a:p>
            <a:pPr>
              <a:defRPr sz="1800"/>
            </a:pPr>
            <a:r>
              <a:t>GitHub for Version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Basic arithmetic operations (+, -, ×, ÷)</a:t>
            </a:r>
          </a:p>
          <a:p>
            <a:pPr>
              <a:defRPr sz="1800"/>
            </a:pPr>
            <a:r>
              <a:t>Scientific functions: sin, cos, tan</a:t>
            </a:r>
          </a:p>
          <a:p>
            <a:pPr>
              <a:defRPr sz="1800"/>
            </a:pPr>
            <a:r>
              <a:t>Square root and power calculations</a:t>
            </a:r>
          </a:p>
          <a:p>
            <a:pPr>
              <a:defRPr sz="1800"/>
            </a:pPr>
            <a:r>
              <a:t>Logarithmic operations: log and ln</a:t>
            </a:r>
          </a:p>
          <a:p>
            <a:pPr>
              <a:defRPr sz="1800"/>
            </a:pPr>
            <a:r>
              <a:t>Constants support: π and e</a:t>
            </a:r>
          </a:p>
          <a:p>
            <a:pPr>
              <a:defRPr sz="1800"/>
            </a:pPr>
            <a:r>
              <a:t>Backspace and Clear functionality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User clicks button or enters expression</a:t>
            </a:r>
          </a:p>
          <a:p>
            <a:pPr>
              <a:defRPr sz="1800"/>
            </a:pPr>
            <a:r>
              <a:t>Input is displayed in Entry widget</a:t>
            </a:r>
          </a:p>
          <a:p>
            <a:pPr>
              <a:defRPr sz="1800"/>
            </a:pPr>
            <a:r>
              <a:t>Scientific function processes expression</a:t>
            </a:r>
          </a:p>
          <a:p>
            <a:pPr>
              <a:defRPr sz="1800"/>
            </a:pPr>
            <a:r>
              <a:t>Result calculated and displayed instantly</a:t>
            </a:r>
          </a:p>
          <a:p>
            <a:pPr>
              <a:defRPr sz="1800"/>
            </a:pPr>
            <a:r>
              <a:t>Errors handled using try-except blocks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Scientific Functions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sin(x), cos(x), tan(x): Trigonometric calculations</a:t>
            </a:r>
          </a:p>
          <a:p>
            <a:pPr>
              <a:defRPr sz="1800"/>
            </a:pPr>
            <a:r>
              <a:t>log(x): Base-10 logarithm</a:t>
            </a:r>
          </a:p>
          <a:p>
            <a:pPr>
              <a:defRPr sz="1800"/>
            </a:pPr>
            <a:r>
              <a:t>ln(x): Natural logarithm</a:t>
            </a:r>
          </a:p>
          <a:p>
            <a:pPr>
              <a:defRPr sz="1800"/>
            </a:pPr>
            <a:r>
              <a:t>√x: Square root calculation</a:t>
            </a:r>
          </a:p>
          <a:p>
            <a:pPr>
              <a:defRPr sz="1800"/>
            </a:pPr>
            <a:r>
              <a:t>x²: Square operation</a:t>
            </a:r>
          </a:p>
          <a:p>
            <a:pPr>
              <a:defRPr sz="1800"/>
            </a:pPr>
            <a:r>
              <a:t>π and e: Mathematical constants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Code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Tkinter used for window and widgets</a:t>
            </a:r>
          </a:p>
          <a:p>
            <a:pPr>
              <a:defRPr sz="1800"/>
            </a:pPr>
            <a:r>
              <a:t>Functions created for each operation</a:t>
            </a:r>
          </a:p>
          <a:p>
            <a:pPr>
              <a:defRPr sz="1800"/>
            </a:pPr>
            <a:r>
              <a:t>Button click events connected using command parameter</a:t>
            </a:r>
          </a:p>
          <a:p>
            <a:pPr>
              <a:defRPr sz="1800"/>
            </a:pPr>
            <a:r>
              <a:t>Math module integrated for scientific calculations</a:t>
            </a:r>
          </a:p>
          <a:p>
            <a:pPr>
              <a:defRPr sz="1800"/>
            </a:pPr>
            <a:r>
              <a:t>Error handling implemented for invalid expressions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Advantages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Simple and interactive UI</a:t>
            </a:r>
          </a:p>
          <a:p>
            <a:pPr>
              <a:defRPr sz="1800"/>
            </a:pPr>
            <a:r>
              <a:t>Improves Python GUI understanding</a:t>
            </a:r>
          </a:p>
          <a:p>
            <a:pPr>
              <a:defRPr sz="1800"/>
            </a:pPr>
            <a:r>
              <a:t>Reusable desktop application</a:t>
            </a:r>
          </a:p>
          <a:p>
            <a:pPr>
              <a:defRPr sz="1800"/>
            </a:pPr>
            <a:r>
              <a:t>Fast calculations with scientific support</a:t>
            </a:r>
          </a:p>
          <a:p>
            <a:pPr>
              <a:defRPr sz="1800"/>
            </a:pPr>
            <a:r>
              <a:t>Good beginner-to-intermediate level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Dark mode interface</a:t>
            </a:r>
          </a:p>
          <a:p>
            <a:pPr>
              <a:defRPr sz="1800"/>
            </a:pPr>
            <a:r>
              <a:t>Calculation history</a:t>
            </a:r>
          </a:p>
          <a:p>
            <a:pPr>
              <a:defRPr sz="1800"/>
            </a:pPr>
            <a:r>
              <a:t>Keyboard input support</a:t>
            </a:r>
          </a:p>
          <a:p>
            <a:pPr>
              <a:defRPr sz="1800"/>
            </a:pPr>
            <a:r>
              <a:t>Theme customization</a:t>
            </a:r>
          </a:p>
          <a:p>
            <a:pPr>
              <a:defRPr sz="1800"/>
            </a:pPr>
            <a:r>
              <a:t>Advanced engineering calculations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Core Python Programming</a:t>
            </a:r>
          </a:p>
          <a:p>
            <a:pPr>
              <a:defRPr sz="1800"/>
            </a:pPr>
            <a:r>
              <a:t>Tkinter GUI Development</a:t>
            </a:r>
          </a:p>
          <a:p>
            <a:pPr>
              <a:defRPr sz="1800"/>
            </a:pPr>
            <a:r>
              <a:t>Event Handling</a:t>
            </a:r>
          </a:p>
          <a:p>
            <a:pPr>
              <a:defRPr sz="1800"/>
            </a:pPr>
            <a:r>
              <a:t>Application Development</a:t>
            </a:r>
          </a:p>
          <a:p>
            <a:pPr>
              <a:defRPr sz="1800"/>
            </a:pPr>
            <a:r>
              <a:t>Scientific Computation using Python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Successfully developed a scientific calculator application</a:t>
            </a:r>
          </a:p>
          <a:p>
            <a:pPr>
              <a:defRPr sz="1800"/>
            </a:pPr>
            <a:r>
              <a:t>Improved understanding of GUI development and mathematical computation</a:t>
            </a:r>
          </a:p>
          <a:p>
            <a:pPr>
              <a:defRPr sz="1800"/>
            </a:pPr>
            <a:r>
              <a:t>Project demonstrates practical implementation of Python concepts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sz="4800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IN" dirty="0"/>
              <a:t>Questions &amp; Answers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329</Words>
  <Application>Microsoft Office PowerPoint</Application>
  <PresentationFormat>On-screen Show (4:3)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Scientific Calculator using Tkinter</vt:lpstr>
      <vt:lpstr>Project Overview</vt:lpstr>
      <vt:lpstr>Problem Statement</vt:lpstr>
      <vt:lpstr>Project Objectives</vt:lpstr>
      <vt:lpstr>Technologies Used</vt:lpstr>
      <vt:lpstr>Core Features</vt:lpstr>
      <vt:lpstr>System Workflow</vt:lpstr>
      <vt:lpstr>Scientific Functions Explanation</vt:lpstr>
      <vt:lpstr>Code Architecture</vt:lpstr>
      <vt:lpstr>Advantages of the Project</vt:lpstr>
      <vt:lpstr>Future Enhancements</vt:lpstr>
      <vt:lpstr>Learning Outcomes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Muneesh Srivastava</cp:lastModifiedBy>
  <cp:revision>1</cp:revision>
  <dcterms:created xsi:type="dcterms:W3CDTF">2013-01-27T09:14:16Z</dcterms:created>
  <dcterms:modified xsi:type="dcterms:W3CDTF">2026-05-09T16:53:36Z</dcterms:modified>
  <cp:category/>
</cp:coreProperties>
</file>